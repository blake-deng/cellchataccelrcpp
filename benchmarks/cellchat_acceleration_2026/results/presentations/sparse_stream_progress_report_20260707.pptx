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CellChat sparse_stream 加速算法阶段性结果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目标：在保持 CellChat 输出一致的前提下，降低 bootstrap 阶段的无效 K² 计算与内存开销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148840" cy="105156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t>216/216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benchmark tasks 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417320"/>
            <a:ext cx="2148840" cy="105156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DC2626"/>
                </a:solidFill>
              </a:defRPr>
            </a:pPr>
            <a:r>
              <a:t>17.45x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median speedup vs CellChat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417320"/>
            <a:ext cx="2148840" cy="105156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563EB"/>
                </a:solidFill>
              </a:defRPr>
            </a:pPr>
            <a:r>
              <a:t>1.65x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median speedup vs dense Rcpp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2148840" cy="105156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t>0 diff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prob/pval vs dense Rcpp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核心变化：从“枚举全部 K x K group pairs”转为“只对活跃 LR-group pairs 做 bootstrap probability 计算”。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当前实现仍输出 CellChat 兼容的 dense net$prob / net$pval，因此输出存储仍保留 O(LR x K²)。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Pediatric 本地大矩阵 stress test 正在进行：sparse_stream 已完成；原始 CellChat 在 120GB cap 下仍在运行。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为什么原始 CellChat 慢：大量零/无效 group pair 被重复计算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CellChat 对每个 ligand-receptor pair 计算 K x K 发送-接收组组合。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bootstrap 阶段重复 nboot 次；当 K 变大时，K² 项迅速主导时间和内存。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实际单细胞矩阵中，很多 ligand 或 receptor 在某些组为 0；这些 pair 对最终概率没有贡献。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因此优化方向不是改变统计定义，而是跳过必然为 0 的 LR-group pairs。</a:t>
            </a:r>
          </a:p>
        </p:txBody>
      </p:sp>
      <p:pic>
        <p:nvPicPr>
          <p:cNvPr id="4" name="Picture 3" descr="active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2545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sparse_stream 做了哪些算法层面的优化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Active-pair pruning：先判断 ligand/receptor 在 group pair 上是否可能产生非零概率，只计算 active pairs。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Streaming bootstrap：不 materialize 完整 LR x K x K x B 中间概率张量，按 LR / active pair 流式累计 p-value。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Lazy triMean cache：bootstrap group-average 按需计算并缓存，避免对未使用 gene/group/bootstrap 组合预计算。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Cache layout 优化：缓存从 full G x K x B 收缩到 used U x K x B，并按 [bootstrap][gene][group] 改善 locality。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保持 CellChat 输出接口：最终仍写入 net$prob 和 net$pval，便于 downstream pathway/aggregate 复用。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复杂度与内存开销：从全量 K² 到 active-pair 主导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记号：K = cell groups，L = LR pairs，B = nboot，G = genes，U = 当前 LR 实际用到的 genes，A = active LR-group pairs。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原始 / dense bootstrap 计算量近似：O(L x B x K²)。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sparse_stream bootstrap 主体计算量近似：O(A x B) + O(U x K x B 的按需 group-average)。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通常 A &lt;&lt; L x K²；当前 benchmark median active_fraction = 2.61%。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注意：为了兼容 CellChat dense 输出，最终 net$prob / net$pval 存储仍为 O(L x K²)。因此我们说“有效计算近似随 active pairs 缩放”，不是完全消除所有 K² 输出成本。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Runtime 结果：sparse_stream 在 216 个任务上稳定加速</a:t>
            </a:r>
          </a:p>
        </p:txBody>
      </p:sp>
      <p:pic>
        <p:nvPicPr>
          <p:cNvPr id="3" name="Picture 2" descr="runtime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2888499"/>
          </a:xfrm>
          <a:prstGeom prst="rect">
            <a:avLst/>
          </a:prstGeom>
        </p:spPr>
      </p:pic>
      <p:pic>
        <p:nvPicPr>
          <p:cNvPr id="4" name="Picture 3" descr="speedup_by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5166360" cy="2766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5321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11827"/>
                </a:solidFill>
              </a:defRPr>
            </a:pPr>
            <a:r>
              <a:t>median CellChat R: 426.6s；sparse_stream: 22.7s。</a:t>
            </a:r>
          </a:p>
          <a:p>
            <a:pPr>
              <a:spcAft>
                <a:spcPts val="800"/>
              </a:spcAft>
              <a:defRPr sz="1250">
                <a:solidFill>
                  <a:srgbClr val="111827"/>
                </a:solidFill>
              </a:defRPr>
            </a:pPr>
            <a:r>
              <a:t>median speedup vs CellChat R: 17.45x。</a:t>
            </a:r>
          </a:p>
          <a:p>
            <a:pPr>
              <a:spcAft>
                <a:spcPts val="800"/>
              </a:spcAft>
              <a:defRPr sz="1250">
                <a:solidFill>
                  <a:srgbClr val="111827"/>
                </a:solidFill>
              </a:defRPr>
            </a:pPr>
            <a:r>
              <a:t>median speedup vs dense Rcpp: 1.65x；vs sparse_exact: 1.77x。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准确率验证：与 dense Rcpp 结果完全一致</a:t>
            </a:r>
          </a:p>
        </p:txBody>
      </p:sp>
      <p:pic>
        <p:nvPicPr>
          <p:cNvPr id="3" name="Picture 2" descr="accuracy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669280" cy="27689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9400" y="1417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对 216/216 个任务，sparse_stream 与 dense Rcpp 输出逐元素一致。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prob_max_abs_diff = 0；pval_max_abs_diff = 0。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prob Pearson = 1；pval Pearson = 1。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含义：当前 sparse_stream 是 exact acceleration，不是近似算法。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4754880"/>
            <a:ext cx="182880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t>0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max prob diff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4754880"/>
            <a:ext cx="182880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t>0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max pval diff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本地 Pediatric 大矩阵 stress test：sparse_stream 已完成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输入来源：/data/shared/Pediatric/count_matrix 拼接矩阵。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抽取 CellChat human DB 相关 signaling genes，构建 CellChat prepared object。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规模：1,517,274 cells，1016 signaling genes，249 library_id groups，1939 LR pairs。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sparse_stream 已完成：computeCommunProb = 1406.5s；end-to-end = 1516.3s。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峰值 RSS = 35,034,752 KB（约 33.4 GiB），低于 120GB cap。</a:t>
            </a:r>
          </a:p>
        </p:txBody>
      </p:sp>
      <p:pic>
        <p:nvPicPr>
          <p:cNvPr id="4" name="Picture 3" descr="pediatric_stress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2669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120GB 原始 CellChat 对照：当前状态仍在运行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Full stress baseline：原始 CellChat::computeCommunProb，249 groups，1934 legal LR，120GB address-space cap。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当前状态：running；elapsed = 03:12:50；RSS ≈ 102.5 GiB；VSZ ≈ 120.0 GiB。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它长期贴近 120GB cap，但截至生成 PPT 时尚未返回最终成功/失败结果。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Equivalence subset：同一 Pediatric 大矩阵，249 groups，100 LR，用于验证原始 CellChat 可完成子任务上 sparse_stream 是否一致。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当前状态：running；elapsed = 02:41:06；RSS ≈ 102.3 GiB；VSZ ≈ 119.8 GiB。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当前可以汇报的结论与还缺的最终证据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已完成：sparse_stream 在 216 个 benchmark tasks 上 exact 等价，median 加速 17.45x vs CellChat R。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已完成：Pediatric 1.5M cells / 249 groups / 1939 LR stress input 上，sparse_stream 在 120GB cap 下成功完成。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进行中：同一 Pediatric full baseline 原始 CellChat 在 120GB cap 下长期贴近内存上限，尚未最终退出。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进行中：100 LR equivalence subset 正在跑原始 CellChat；完成后会给出 prob/pval 差异作为大规模准确性补充。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谨慎表述：目前可写“sparse_stream completes under 120GB while original CellChat remains unresolved and near the memory cap”；等 baseline 最终退出后再写“fails under &lt;120GB”。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</a:defRPr>
            </a:pPr>
            <a:r>
              <a:t>下一步实验计划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等待 full baseline 原始 CellChat 返回：记录 exit status、wall time、maximum RSS、错误信息。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等待 100 LR equivalence subset 返回：记录 prob/pval max abs diff、correlation、runtime。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如果 full baseline 不失败但耗时极长，可设置预注册 timeout，并报告“未在 X 小时内完成且长期贴近 120GB”。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如果需要更强内存失败证据，可增加 group 粒度或 LR subset，同时保持 sparse_stream 可运行。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最终图表：runtime summary、accuracy equivalence、Pediatric stress memory/time、baseline failure/timeout log。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CellChatAccelRcpp sparse_stream progress report | 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